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B3AAC-9BD5-413E-B482-7A34FFAE0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2B611B-30BE-4B95-ACA5-F9699D2F1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A3C478-0714-452F-B1F7-C9078DD9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9B42DB-7F80-4903-B8B9-0ECB0E7A8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B3CC25-D23E-4E41-88E2-B9ACEC85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23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720F3-61FA-4BF9-BFE5-0385F51C9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B4B855-2F26-4982-9DC2-4AF3DD6D5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6DF9B4-F7E8-483D-950E-D4E15D094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F12EB-F6B4-4285-93F8-4D8AB390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A292F3-C1AA-445D-A9F5-CF202371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611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26AF9-7B3F-4CD7-B465-11C34571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E69823-9BA1-490A-A256-8D01EDF22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28CECC-5860-4AE8-B276-42414FAE9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618B47-D13B-4C43-B81B-7B7032F9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C7111-6B63-4D74-B0C2-A16A2946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11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1676B9-FC22-46F5-A4CF-28DAC95BC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4402AD-9967-4C7D-90D0-5CCA6AB62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BBD0FF-1200-4A36-B2A4-E194C92FB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0F2645-12D8-4CFB-81DF-9FDE3DDA2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DDE52F-ECAD-4A66-9FEF-7804B836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8C98F8-DB86-435A-BB76-123E6715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38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19BCB-236D-4719-9694-7E3E8D942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283EFF-E87A-4E44-B591-6FC63CDC3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3BC9BD-23BB-41E5-9AA5-86D335CD6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84BE02-B85E-43EC-933F-D15E5AB36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EBEF940-2963-48E0-9CBF-BCFC88ADB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9E72346-67EA-4871-AE42-19772966E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12411C2-5FF0-419A-BFD4-23AE4943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8A8468-947F-4BCD-8109-3B0F4C19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638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9C0B4-275D-4CB1-93A7-8B35C777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300494E-0244-4F66-8DED-020EE4F0D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28E55F-C54C-461E-8EB2-4DE29976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B2E56C-F8ED-40B0-AA9E-577B7A74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75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E7D980D-0B8D-4EB6-BA81-BCC8C998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71E1FF-06C0-4AFA-B002-15B43C63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216CE6-EC22-4E0C-93E6-11E1B170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18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9CEC9-FD30-4076-BEC8-10D0F780C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FFF746-D4A3-49A6-9871-8FE8308EC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A8F439-B069-4D57-B0FF-F9A02717F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AC6CBC-2F0A-4EFF-BB39-77D8ADB1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975CCD-A936-4710-B51B-AA0B2585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D0A492-DB2A-4715-9236-11EE5C7A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6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82ECF-1B28-4B7F-8631-FA16661AA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BB4116-33B5-40CB-A91F-7D7CF0465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E39AC7-B039-41D2-AA8E-8F7A3BEAF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640640-9C03-4B7A-8A6A-A37D6A29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E67C71-84D9-4FEF-A5F3-9D24B69A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571851-8334-49EB-B1D0-15229F7D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54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AA48F-4B72-4428-90CF-5DC44A5D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8A01B5B-C7FB-4EA7-B96B-641B536A7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8E237D-0DF6-48E4-B8D6-FDEC28B7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6272E0-AD76-4AA6-ACE4-CFFF5FDF9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E2236E-86A7-4DB2-B487-2733FF14B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41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65A0F9-425A-483F-9B01-D850F47FA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6AA1E-B2F7-4074-BD49-1B4FC7C8F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CAD339-39FD-4D1A-A17B-6FE19E5F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787AF3-E38B-4C59-A25B-1787CE35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D59E99-B753-458C-BF7E-333B5E8B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59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594E7-CB8D-4F8A-B9BB-58BAFAB3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6E78CE-E14B-4375-8A9F-06FB25F7B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7AEB9F-9748-466E-AD74-1844F34DC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6A176-CEA0-4BFF-B5F8-F3AA3C67D0F3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4622EF-36E1-4FBC-BEF7-8F60E466AA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DACAA3-0713-4C79-AB8E-3475F4653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41682-357F-415B-97C6-EDC757CE8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92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9ED63-8079-47CC-AB57-C10D8E651B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ProjectX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6917E9-647B-43E6-BFCD-02CD3EC23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2723" y="4340269"/>
            <a:ext cx="9144000" cy="1655762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 работу: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Ахметзянов Ислам, 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Бариев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Илдус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Багаветдинов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Арслан</a:t>
            </a:r>
          </a:p>
        </p:txBody>
      </p:sp>
    </p:spTree>
    <p:extLst>
      <p:ext uri="{BB962C8B-B14F-4D97-AF65-F5344CB8AC3E}">
        <p14:creationId xmlns:p14="http://schemas.microsoft.com/office/powerpoint/2010/main" val="248312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EEC55F-54CA-4839-812E-178257799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063" y="826519"/>
            <a:ext cx="4664978" cy="1325563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Компиляция</a:t>
            </a:r>
            <a:b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F96404-C1F1-4C37-98D4-BC6810A42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350" y="2032000"/>
            <a:ext cx="10453382" cy="1219579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компиляции используйте команду: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filesystem.c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fs_program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A82CDE58-DC7C-49D1-83FC-7C1AAF4F1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150" y="3429000"/>
            <a:ext cx="5329806" cy="2998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75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F00DA-1BBA-4000-B107-A77CDDE4F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399" y="893632"/>
            <a:ext cx="4522365" cy="859668"/>
          </a:xfrm>
        </p:spPr>
        <p:txBody>
          <a:bodyPr>
            <a:noAutofit/>
          </a:bodyPr>
          <a:lstStyle/>
          <a:p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filesystem.h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2BA217-702A-4C31-8D2D-C89825367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918" y="2026961"/>
            <a:ext cx="10515600" cy="10769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объявлление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функций: 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create_open_file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view_file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delete_file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add_file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modify_file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9C61A8-0F23-4BD6-9B73-4647F8F89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698" y="2666331"/>
            <a:ext cx="5598040" cy="181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0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8CDFB-FD21-4C44-BC84-13BC4538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77" y="872455"/>
            <a:ext cx="4497198" cy="686095"/>
          </a:xfrm>
        </p:spPr>
        <p:txBody>
          <a:bodyPr>
            <a:noAutofit/>
          </a:bodyPr>
          <a:lstStyle/>
          <a:p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filesystem.c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0E195A-9D06-4615-BE68-42C0D002E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774" y="2202020"/>
            <a:ext cx="6284054" cy="85230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create_open_file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7949C-6CC4-4491-90B7-1FC171F577A4}"/>
              </a:ext>
            </a:extLst>
          </p:cNvPr>
          <p:cNvSpPr txBox="1"/>
          <p:nvPr/>
        </p:nvSpPr>
        <p:spPr>
          <a:xfrm>
            <a:off x="897622" y="3278346"/>
            <a:ext cx="107714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принимает имя файла. Если файл не существует, он создается. Если файл существует, он открывается. Функция возвращает открытый файловый дескриптор</a:t>
            </a:r>
            <a:r>
              <a:rPr lang="ru-RU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725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4CC3C-C925-4D4C-84F4-F70593BFF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9495" y="549683"/>
            <a:ext cx="6779004" cy="1153282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view_file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253F8B-AF43-4BDC-A6B0-A5D21A3DE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9988" y="2130031"/>
            <a:ext cx="8230299" cy="1697751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принимает имя файла и открывает его для чтения. Чтение начинается с начала файла. После каждой строки добавляется символ новой строки.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AC32C3-A42B-4F33-951A-189A18DAD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690" y="-980455"/>
            <a:ext cx="4955815" cy="322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20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60B5E-F5C8-429F-B846-3CD140E7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718" y="773010"/>
            <a:ext cx="7307510" cy="792556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delete_file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5E0F21-AF3B-4F51-9D5E-6DDAB71CC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303" y="1825625"/>
            <a:ext cx="8573549" cy="1603375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принимает имя файла. Если файл существует, он удаляется. В противном случае возвращается сообщение об ошибке.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F21E40-9A15-4E4D-91EA-9DA166D05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1" b="99219" l="3111" r="96778">
                        <a14:foregroundMark x1="33889" y1="36914" x2="33889" y2="36914"/>
                        <a14:foregroundMark x1="40667" y1="52344" x2="40667" y2="52344"/>
                        <a14:foregroundMark x1="35000" y1="45313" x2="35000" y2="45313"/>
                        <a14:foregroundMark x1="22778" y1="60156" x2="22778" y2="60156"/>
                        <a14:foregroundMark x1="23889" y1="46875" x2="23889" y2="46875"/>
                        <a14:foregroundMark x1="23889" y1="25391" x2="23889" y2="25391"/>
                        <a14:foregroundMark x1="25778" y1="14453" x2="25778" y2="14453"/>
                        <a14:foregroundMark x1="31000" y1="15039" x2="32222" y2="15430"/>
                        <a14:foregroundMark x1="37667" y1="14258" x2="38222" y2="14258"/>
                        <a14:foregroundMark x1="39889" y1="2344" x2="38778" y2="2930"/>
                        <a14:foregroundMark x1="33556" y1="4688" x2="33556" y2="4688"/>
                        <a14:foregroundMark x1="30000" y1="2734" x2="30000" y2="2734"/>
                        <a14:foregroundMark x1="36444" y1="6055" x2="37667" y2="7813"/>
                        <a14:foregroundMark x1="43333" y1="12305" x2="46667" y2="16797"/>
                        <a14:foregroundMark x1="53667" y1="11133" x2="54889" y2="11523"/>
                        <a14:foregroundMark x1="58222" y1="13477" x2="58222" y2="13477"/>
                        <a14:foregroundMark x1="59556" y1="25000" x2="59556" y2="25000"/>
                        <a14:foregroundMark x1="60889" y1="29688" x2="61667" y2="32031"/>
                        <a14:foregroundMark x1="60111" y1="41406" x2="60111" y2="41406"/>
                        <a14:foregroundMark x1="54778" y1="51367" x2="54778" y2="51367"/>
                        <a14:foregroundMark x1="53556" y1="65234" x2="54889" y2="70117"/>
                        <a14:foregroundMark x1="57111" y1="77930" x2="57111" y2="77930"/>
                        <a14:foregroundMark x1="58667" y1="81250" x2="58222" y2="85938"/>
                        <a14:foregroundMark x1="53889" y1="89258" x2="52111" y2="88672"/>
                        <a14:foregroundMark x1="50111" y1="84375" x2="48222" y2="84375"/>
                        <a14:foregroundMark x1="43778" y1="85352" x2="43778" y2="85352"/>
                        <a14:foregroundMark x1="41778" y1="87305" x2="38222" y2="90625"/>
                        <a14:foregroundMark x1="32889" y1="92188" x2="32889" y2="92188"/>
                        <a14:foregroundMark x1="22889" y1="94922" x2="52333" y2="95313"/>
                        <a14:foregroundMark x1="23111" y1="94922" x2="22889" y2="2344"/>
                        <a14:foregroundMark x1="23222" y1="2344" x2="24889" y2="391"/>
                        <a14:foregroundMark x1="24556" y1="1172" x2="55556" y2="977"/>
                        <a14:foregroundMark x1="55889" y1="1172" x2="65667" y2="18750"/>
                        <a14:foregroundMark x1="65889" y1="19922" x2="66000" y2="41211"/>
                        <a14:foregroundMark x1="66111" y1="41406" x2="67000" y2="42383"/>
                        <a14:foregroundMark x1="67778" y1="56836" x2="53333" y2="82422"/>
                        <a14:backgroundMark x1="22111" y1="1367" x2="21889" y2="67773"/>
                        <a14:backgroundMark x1="22111" y1="92188" x2="22111" y2="693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820" y="3559629"/>
            <a:ext cx="4873305" cy="277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1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6F1BF-6EEF-4B0D-A1C3-079D0FDE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608" y="650350"/>
            <a:ext cx="10515600" cy="1325563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add_file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172A59-FEDA-4EDF-8955-CD45B4887E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6403" y="1804998"/>
            <a:ext cx="9051721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нкция принимает имя нового файла. Если файл с таким именем уже существует, возвращается сообщение об ошибке. Затем функция принимает имя файла, чье содержимое будет записано в новый файл.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ПРИМЕР: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имя нового файла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имя существующего файла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872BF1-7AC7-4D75-9DB3-B6A87D184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216" y="3801015"/>
            <a:ext cx="2629249" cy="262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85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4739D-C278-4DFB-90C1-DF69806E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659" y="681037"/>
            <a:ext cx="10515600" cy="893224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modify_file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4C5613-675B-443A-9E8C-528DA84C2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738" y="1574261"/>
            <a:ext cx="10384524" cy="2595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принимает имя файла. Функция проверяет, существует ли файл. Если файл существует, его содержимое перезаписывается (создается временный файл, в который записывается новое содержимое, затем оригинальный файл удаляется, а временный файл переименовывается в имя оригинального файла). В противном случае возвращается сообщение об ошибке.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06284DD-3177-4209-933C-2AA584966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9979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60475" y="3159496"/>
            <a:ext cx="8444920" cy="372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28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8D946D-B31E-4566-BA73-E4FE407A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872" y="681037"/>
            <a:ext cx="10515600" cy="1178449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Подключение библиотеки</a:t>
            </a:r>
            <a:b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070AA-9FBA-40E0-BECF-BD1A3442C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82977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подклюить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функции нужно в начале программы написать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filesystem.h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964DD7B0-D981-49F0-8C69-98B1A75E5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641" y="2685195"/>
            <a:ext cx="3884103" cy="380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72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1A8A109A-77E4-4162-BBAF-69C8CE836C0E}"/>
              </a:ext>
            </a:extLst>
          </p:cNvPr>
          <p:cNvGrpSpPr/>
          <p:nvPr/>
        </p:nvGrpSpPr>
        <p:grpSpPr>
          <a:xfrm>
            <a:off x="1997163" y="102145"/>
            <a:ext cx="7323006" cy="6653710"/>
            <a:chOff x="2072662" y="716018"/>
            <a:chExt cx="6651888" cy="6141982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B0092D26-50A7-4695-8456-7364E9A41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5276" y="716018"/>
              <a:ext cx="6509274" cy="6141982"/>
            </a:xfrm>
            <a:prstGeom prst="rect">
              <a:avLst/>
            </a:prstGeom>
          </p:spPr>
        </p:pic>
        <p:sp>
          <p:nvSpPr>
            <p:cNvPr id="13" name="Облачко с текстом: овальное 12">
              <a:extLst>
                <a:ext uri="{FF2B5EF4-FFF2-40B4-BE49-F238E27FC236}">
                  <a16:creationId xmlns:a16="http://schemas.microsoft.com/office/drawing/2014/main" id="{44BE5A8B-383E-44CE-BC36-17ACBC4040D7}"/>
                </a:ext>
              </a:extLst>
            </p:cNvPr>
            <p:cNvSpPr/>
            <p:nvPr/>
          </p:nvSpPr>
          <p:spPr>
            <a:xfrm flipH="1">
              <a:off x="2072662" y="716018"/>
              <a:ext cx="2281223" cy="1045670"/>
            </a:xfrm>
            <a:prstGeom prst="wedgeEllipseCallout">
              <a:avLst>
                <a:gd name="adj1" fmla="val -30965"/>
                <a:gd name="adj2" fmla="val 6030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C</a:t>
              </a:r>
              <a:r>
                <a:rPr lang="ru-RU" sz="2400" dirty="0" err="1">
                  <a:solidFill>
                    <a:schemeClr val="tx1"/>
                  </a:solidFill>
                </a:rPr>
                <a:t>пасибо</a:t>
              </a:r>
              <a:r>
                <a:rPr lang="ru-RU" sz="2400" dirty="0">
                  <a:solidFill>
                    <a:schemeClr val="tx1"/>
                  </a:solidFill>
                </a:rPr>
                <a:t> за внимание</a:t>
              </a:r>
            </a:p>
          </p:txBody>
        </p:sp>
      </p:grpSp>
      <p:sp>
        <p:nvSpPr>
          <p:cNvPr id="15" name="Солнце 14">
            <a:extLst>
              <a:ext uri="{FF2B5EF4-FFF2-40B4-BE49-F238E27FC236}">
                <a16:creationId xmlns:a16="http://schemas.microsoft.com/office/drawing/2014/main" id="{4E874C34-DA5D-4FF5-AC68-F3D7E3B0D9B2}"/>
              </a:ext>
            </a:extLst>
          </p:cNvPr>
          <p:cNvSpPr/>
          <p:nvPr/>
        </p:nvSpPr>
        <p:spPr>
          <a:xfrm>
            <a:off x="6820249" y="1754"/>
            <a:ext cx="2248250" cy="2102406"/>
          </a:xfrm>
          <a:prstGeom prst="su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7136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277</Words>
  <Application>Microsoft Office PowerPoint</Application>
  <PresentationFormat>Широкоэкранный</PresentationFormat>
  <Paragraphs>32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ProjectX </vt:lpstr>
      <vt:lpstr>Компиляция </vt:lpstr>
      <vt:lpstr>filesystem.h </vt:lpstr>
      <vt:lpstr>filesystem.c </vt:lpstr>
      <vt:lpstr>Функция view_file </vt:lpstr>
      <vt:lpstr>Функция delete_file </vt:lpstr>
      <vt:lpstr>Функция add_file </vt:lpstr>
      <vt:lpstr>Функция modify_file </vt:lpstr>
      <vt:lpstr>Подключение библиотеки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ProjectX </dc:title>
  <dc:creator>User</dc:creator>
  <cp:lastModifiedBy>User</cp:lastModifiedBy>
  <cp:revision>1</cp:revision>
  <dcterms:created xsi:type="dcterms:W3CDTF">2025-05-22T12:49:56Z</dcterms:created>
  <dcterms:modified xsi:type="dcterms:W3CDTF">2025-05-22T13:00:41Z</dcterms:modified>
</cp:coreProperties>
</file>